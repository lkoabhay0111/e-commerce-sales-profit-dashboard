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47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345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190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236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295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025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515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916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82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346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081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903871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1206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005382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7719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2802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492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567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E-commerce Sales &amp; Profit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t>End-to-End Data Analysis using Python (Jupyter Notebook) and Power BI</a:t>
            </a:r>
          </a:p>
          <a:p>
            <a:r>
              <a:t>Dataset: Superstore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sales and profit performance of an e-commerce business</a:t>
            </a:r>
          </a:p>
          <a:p>
            <a:pPr lvl="1"/>
            <a:r>
              <a:t>Identify monthly trends and seasonality</a:t>
            </a:r>
          </a:p>
          <a:p>
            <a:pPr lvl="1"/>
            <a:r>
              <a:t>Evaluate category, sub-category, and regional performance</a:t>
            </a:r>
          </a:p>
          <a:p>
            <a:pPr lvl="1"/>
            <a:r>
              <a:t>Build an interactive dashboard for business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(Jupyter Notebook) – data cleaning and analysis</a:t>
            </a:r>
          </a:p>
          <a:p>
            <a:pPr lvl="1"/>
            <a:r>
              <a:t>Pandas &amp; Matplotlib – calculations and visualizations</a:t>
            </a:r>
          </a:p>
          <a:p>
            <a:pPr lvl="1"/>
            <a:r>
              <a:t>Power BI – dashboard creation and DAX measures</a:t>
            </a:r>
          </a:p>
          <a:p>
            <a:pPr lvl="1"/>
            <a:r>
              <a:t>Python Script integration for advanced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Business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Sales: 2.30M</a:t>
            </a:r>
          </a:p>
          <a:p>
            <a:pPr lvl="1"/>
            <a:r>
              <a:t>Total Profit: 286.40K</a:t>
            </a:r>
          </a:p>
          <a:p>
            <a:pPr lvl="1"/>
            <a:r>
              <a:t>Total Orders: 5K</a:t>
            </a:r>
          </a:p>
          <a:p>
            <a:pPr lvl="1"/>
            <a:r>
              <a:t>Profit Margin: 12.47%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BI Dashboard Overview</a:t>
            </a:r>
          </a:p>
        </p:txBody>
      </p:sp>
      <p:pic>
        <p:nvPicPr>
          <p:cNvPr id="3" name="Picture 2" descr="Screenshot 2025-12-29 2301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01254"/>
            <a:ext cx="8229600" cy="46291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Sales peak during November and December</a:t>
            </a:r>
          </a:p>
          <a:p>
            <a:pPr lvl="1"/>
            <a:r>
              <a:t>Technology category generates the highest sales</a:t>
            </a:r>
          </a:p>
          <a:p>
            <a:pPr lvl="1"/>
            <a:r>
              <a:t>West region is the most profitable</a:t>
            </a:r>
          </a:p>
          <a:p>
            <a:pPr lvl="1"/>
            <a:r>
              <a:t>Consumer segment contributes maximum revenue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Dashboard provides a clear view of sales and profitability</a:t>
            </a:r>
          </a:p>
          <a:p>
            <a:pPr lvl="1"/>
            <a:r>
              <a:t>Supports data-driven business decisions</a:t>
            </a:r>
          </a:p>
          <a:p>
            <a:pPr lvl="1"/>
            <a:r>
              <a:t>Scalable approach for real-world e-commerce datasets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</TotalTime>
  <Words>154</Words>
  <Application>Microsoft Office PowerPoint</Application>
  <PresentationFormat>On-screen Show (4:3)</PresentationFormat>
  <Paragraphs>28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Wisp</vt:lpstr>
      <vt:lpstr>E-commerce Sales &amp; Profit Dashboard</vt:lpstr>
      <vt:lpstr>Project Objective</vt:lpstr>
      <vt:lpstr>Tools &amp; Technologies</vt:lpstr>
      <vt:lpstr>Key Business Metrics</vt:lpstr>
      <vt:lpstr>Power BI Dashboard Overview</vt:lpstr>
      <vt:lpstr>Key Insights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Sales &amp; Profit Dashboard</dc:title>
  <dc:subject/>
  <dc:creator>LENOVO PC</dc:creator>
  <cp:keywords/>
  <dc:description>generated using python-pptx</dc:description>
  <cp:lastModifiedBy>LENOVO PC</cp:lastModifiedBy>
  <cp:revision>3</cp:revision>
  <dcterms:created xsi:type="dcterms:W3CDTF">2013-01-27T09:14:16Z</dcterms:created>
  <dcterms:modified xsi:type="dcterms:W3CDTF">2025-12-29T17:37:57Z</dcterms:modified>
  <cp:category/>
</cp:coreProperties>
</file>